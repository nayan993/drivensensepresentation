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B7DA3E-AFB9-4F51-BBE0-ADCB96E2172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3CBABD-107E-4F7F-8221-FF196748F59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3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98DD2E-3B7C-4CE6-AC7E-34D9844C905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A03601-2FA1-411C-B355-0CA3691DF36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Num" idx="4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BF5924-4DCA-4F2A-9D57-723EDB22D32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Num" idx="41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C26B3D-9704-4186-B613-5A132FB482C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9B52AF-8262-4DD2-BAE5-72421F4D39C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A30D41-43FB-474D-A2E5-C3F0C760B1ED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Num" idx="44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B5069D-666A-4FF2-87B4-C0D2BB1043B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A7E5C0-DD78-4101-87AE-5AB0417C2E8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Num" idx="4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54E80E-E521-4C32-A22E-C72941AB4F6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Num" idx="4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20595B-1E9F-40CC-9892-0496B4A9D98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Num" idx="4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B66AEA-BB8F-4AC4-9649-3736F47AD572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77B2E3-0256-49D3-BEA2-0452B213AD7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Num" idx="5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259ACF-E79E-428F-8E24-6D450022B45E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800491-838A-4310-889C-E4070E3203A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Num" idx="5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919944-348D-49AF-A713-0F8DAAD3053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Num" idx="53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BD9FDA-35B8-44F8-818C-F61686746DD4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C68B72-4A2F-423C-AA22-4419695A58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26A2A-AF1F-4374-BDD5-8580CE791E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7B8059C-E750-4C5F-951E-C523C40869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3B955C-98D2-4F32-9481-19866F73E7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487FFEB-AC02-41D0-A0D4-D3D64EA682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5BC17B9-0D06-44EC-9F2D-ABB71B2D95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8FAEF91-3582-485C-AFA2-D19E9ADF26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1451298-B718-4F12-9EFF-F832448979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31FCE92-BE6F-49AF-8D39-EB0ED1539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5C240D6-0F3E-441F-8954-571CDEBA80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A9F2BC1-5B8E-4193-9A19-19A7D397E8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60360" y="928800"/>
            <a:ext cx="7559280" cy="19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D2ECC8-3837-4592-804B-E35B6E48DEDE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BB9D3C-C1E0-4C26-B8EF-23C7F6FF7931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308720" y="225360"/>
            <a:ext cx="2266560" cy="43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3280" y="225360"/>
            <a:ext cx="6652800" cy="43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eaVer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F21435-68BD-47DE-87D3-E2B2B4A5BF08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D7FA24-19AB-439E-B8DA-A9A864CD0C8E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7240" y="1414440"/>
            <a:ext cx="8694360" cy="235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7240" y="3794040"/>
            <a:ext cx="8694360" cy="124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26FB39-D81B-4E12-98D7-BBCF57289B36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03280" y="1327320"/>
            <a:ext cx="445896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5114880" y="1327320"/>
            <a:ext cx="446040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032907-AA32-4110-A11E-30F50DB901A2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93720" y="301680"/>
            <a:ext cx="8694360" cy="10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93720" y="1390680"/>
            <a:ext cx="4265280" cy="6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693720" y="2071800"/>
            <a:ext cx="4265280" cy="30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5103720" y="1390680"/>
            <a:ext cx="4284360" cy="6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5103720" y="2071800"/>
            <a:ext cx="4284360" cy="30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5F4B2D-5FD6-4029-B6D7-44BC2D71A105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141812-BC21-440A-8151-B2C312B3F5F6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BF869-D232-429D-8105-150D66F99B0E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3720" y="378000"/>
            <a:ext cx="325080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286160" y="816120"/>
            <a:ext cx="5101920" cy="403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93720" y="1701720"/>
            <a:ext cx="3250800" cy="31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730220-4640-47B3-BF7F-CEE573AF65E9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93720" y="378000"/>
            <a:ext cx="3250800" cy="13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286160" y="816120"/>
            <a:ext cx="5101920" cy="403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93720" y="1701720"/>
            <a:ext cx="3250800" cy="315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842F1-BF0B-40B2-888D-4EEB31FFADA8}" type="slidenum">
              <a:rPr b="0" lang="en-US" sz="1400" spc="-1" strike="noStrike">
                <a:solidFill>
                  <a:schemeClr val="dk1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640" cy="574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71464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2"/>
          <a:stretch/>
        </p:blipFill>
        <p:spPr>
          <a:xfrm>
            <a:off x="3655800" y="0"/>
            <a:ext cx="6423120" cy="548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2"/>
          <a:stretch/>
        </p:blipFill>
        <p:spPr>
          <a:xfrm>
            <a:off x="4572000" y="0"/>
            <a:ext cx="550872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66964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2"/>
          <a:stretch/>
        </p:blipFill>
        <p:spPr>
          <a:xfrm>
            <a:off x="4381920" y="720"/>
            <a:ext cx="5698800" cy="56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07928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17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2026-01-30T18:08:02Z</dcterms:created>
  <dc:creator/>
  <dc:description/>
  <dc:language>en-US</dc:language>
  <cp:lastModifiedBy/>
  <cp:lastPrinted>2026-01-30T19:38:32Z</cp:lastPrinted>
  <dcterms:modified xsi:type="dcterms:W3CDTF">2026-01-30T23:37:07Z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Widescreen</vt:lpwstr>
  </property>
  <property fmtid="{D5CDD505-2E9C-101B-9397-08002B2CF9AE}" pid="4" name="Slides">
    <vt:i4>17</vt:i4>
  </property>
</Properties>
</file>